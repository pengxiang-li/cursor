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开场一句话：本报告目标不是复述论文，而是提炼可复用方法论，用于指导下一阶段 CUA 基座的工程与训练决策。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先把答案给出框架，帮助听众建立预期，降低后续信息负担。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强调“系统能力”而非“单 benchmark 能力”，为后文方法论抽象铺垫。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明确后续每个工作都会落到五轴之一，避免按论文线性叙述。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先讲共性再讲差异：所有 SOTA 都依赖数据闭环与 RL，但实现路径不同。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用“迭代效率”统一解释多篇论文现象。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核心观点：后续 RL 只能放大或暴露 grounding 缺陷，不能替代基础感知学习。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强调这不是格式喜好，而是可扩展性和能力上限问题。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先讲 reward 信号质量，再讲 RL 算法；算法是后验选择。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强调‘更多 GPU’并不能替代‘更好的环境与 verifier’。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这页给资源盘点，下一页讲为什么仍不足。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把风险翻译成可执行工程动作，避免讨论停留在现象层。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这页是整场汇报的主结论；后续几页都在解释这一流程为何成立。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强调飞轮价值：不仅是‘更多数据’，而是‘更有效路由’。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给出量级而不是精确数字，强调这是可迭代的 planning baseline。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把‘关键步骤’从经验术语变成可标注、可训练、可评估的对象。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先拿稳健增益，再追求更高上限，符合工程迭代节奏。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目标是让评测直接驱动训练决策，而不是仅做最终报告指标。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每阶段都应设置可验收指标，例如 ScreenSpot-Pro 与 OSWorld 阶段目标。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结尾用问题引导讨论，把汇报转成下一步研究决策会议。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4000" b="1">
                <a:solidFill>
                  <a:srgbClr val="102B4D"/>
                </a:solidFill>
                <a:latin typeface="Microsoft YaHei"/>
              </a:defRPr>
            </a:pPr>
            <a:r>
              <a:t>CUA 现有工作的系统拆解与方法论抽象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000" b="0">
                <a:solidFill>
                  <a:srgbClr val="1E1E1E"/>
                </a:solidFill>
                <a:latin typeface="Microsoft YaHei"/>
              </a:defRPr>
            </a:pPr>
            <a:r>
              <a:t>面向跨平台 Desktop Agent 基座（Win / macOS / Linux）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1264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25000"/>
              </a:lnSpc>
              <a:spcAft>
                <a:spcPts val="600"/>
              </a:spcAft>
              <a:defRPr sz="1200" b="0">
                <a:solidFill>
                  <a:srgbClr val="0066CC"/>
                </a:solidFill>
                <a:latin typeface="Microsoft YaHei"/>
              </a:defRPr>
            </a:pPr>
            <a:r>
              <a:t>生成日期：2026-02-27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1. 汇报目标与结论预告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目标 1：统一分析口径，比较现有 CUA 工作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目标 2：提炼可迁移方法论，而非单点 SOTA 经验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目标 3：形成可执行训练路线（数据、模型、RL、评测）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结论预告：数据飞轮与 Verifier 决定上限；动作空间统一是关键突破口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2. 问题定义：我们到底在优化什么？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任务对象：跨 OS、跨应用、长序列、可验证的真实计算机使用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能力链路：感知 -&gt; Grounding -&gt; 规划 -&gt; 执行 -&gt; 纠错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目标函数：Task SR + Step Efficiency + 稳定性 + 可扩展性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关键提醒：Benchmark 分数高，不等于体系可扩展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3. 分析框架：五轴统一坐标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Axis A - Data Flywheel：采集、过滤、回流、迭代速度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Axis B - Grounding：难例覆盖、负样本、A11y 融合策略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Axis C - Action Space：坐标/元素/代码/API 的统一程度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Axis D - RL + Verifier：reward 可编程性与训练稳定性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Axis E - Infrastructure：并发环境、重置效率、成本与监控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4. 代表工作全景图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Mobile-Agent-v3.5：多平台 + MRPO + 合成数据工程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Mano：Explorer 自动采集 + Action Desp + 闭环修正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EvoCUA：小规模高质量冷启动 + 多轮 RFT + 关键步骤 DPO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UI-TARS-2：Data Flywheel + PPO 体系 + 参数插值融合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Computer-RL：API-GUI 代码动作 + Entropulse + 大规模 Verifier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5. Axis A：数据闭环对比（共识最强）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UI-TARS-2：in-policy 标注 + 轨迹路由（高质量-&gt;SFT，低质量-&gt;CT）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Mano：自动探索为主，人工修正兜底，成功轨迹持续回流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Computer-RL：Model Pool 分层采样，仅保留 verifier 成功轨迹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EvoCUA：5K 轨迹冷启动 + 多轮 RFT，强调迭代效率而非一次性堆量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迁移结论：数据闭环效率 &gt; 模型结构微创新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6. Axis B：Grounding 是底座瓶颈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现象：专业软件、小目标、多窗口遮挡场景仍是主要失分点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Mobile-Agent-v3.5：Hard grounding synthesis + infeasible 负样本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AgentCPM：12M grounding 样本，且混入通用多模态数据防退化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建议：Grounding 先行，未稳定前不应过早加大 RL 投入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7. Axis C：动作空间统一（当前最大分歧）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问题：Mobile / Web / Desktop 的 action schema 长期割裂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Computer-RL：API-GUI Paradigm（Python 代码统一 GUI primitive + App API）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收益：可组合控制流、可利用预训练代码能力、API 与 GUI 无缝混合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建议：将代码动作作为跨平台中间表示层（而非仅 JSON）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8. Axis D：RL 与 Verifier 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算法分工：GRPO（轻量）/ PPO（稳定）/ Offline DPO（低成本专项对齐）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Verifier 分层：Rule-based -&gt; Screenshot Diff -&gt; LLM-as-Judge -&gt; Generative ORM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Computer-RL：~8000 可编程 verifier，直接抬高 RL 天花板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EvoCUA：关键步骤 DPO 在样本效率上优于全轨迹偏好学习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9. Axis E：环境与基础设施规模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在线 RL 的经验规模：2000-4000 并发环境（EvoCUA / Computer-RL）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三层环境：采集层（50-100）/ RL 沙盒层（2k-4k）/ 虚拟渲染层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关键工程指标：重置 &lt;10s、任务快照稳定、故障可观测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结论：环境工程是 RL scaling 的第一瓶颈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10. 开源数据版图：可用资产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Grounding：OS-ATLAS（13M+ elements）、GroundCUA（3.56M 标注）、Jedi（4M）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Trajectory：OpenCUA/AgentNet（22,625 轨迹，3 OS）、GUI-360（1.2M+ steps）、ScaleCUA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Evaluation：OSWorld（369 tasks）、WAA（154+）、ScreenSpot-Pro（1,590）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经验：先用开源建立 baseline，再由自建数据补平台与任务缺口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11. 数据缺口与已知风险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缺口：macOS/Linux 长轨迹、代码级动作、跨应用工作流、失败纠错轨迹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风险：数据格式不一、平台偏置、OpenCUA 与 Qwen pattern 对齐成本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治理：统一 schema、去重过滤、格式转换、混合比例与 RoPE 对齐试验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原则：先解决可验证任务，再向开放任务扩张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12. 方法论总图（建议作为核心页）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L0.5：感知与 Grounding 预训练（15-20M）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L1：任务分解与重组（DAG + 指令复杂化 + 多轨迹覆盖）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L2：Online RL（GRPO/PPO）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L2.5：Entropy 恢复（Entropulse）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L3：关键步骤 DPO + 数据飞轮持续回流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13. 方法细节 A：数据飞轮路由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成功轨迹 -&gt; SFT（强化行为先验）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低质量/失败轨迹 -&gt; CT 或反例池（维持分布与鲁棒性）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部分成功轨迹 -&gt; LLM 修正 -&gt; SFT（提升样本利用率）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成功 rollout（不同阶段策略）-&gt; Entropulse 数据池（恢复探索）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14. 方法细节 B：训练配方建议（可执行版）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Phase 1 Grounding：15-20M 样本，混入 25-30% 通用多模态数据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Phase 2 SFT：500K 轨迹 / 5M steps，关键步骤上采样到 15-20%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Phase 3 Online RL：10,000+ 任务，2k-4k 并发环境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Phase 4 Offline DPO：专打关键步骤 + 参数融合（vertical agents）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15. 方法细节 C：关键步骤学习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关键步骤定义：不可逆操作、分支决策点、最终提交/保存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识别：Verifier 回溯 + 状态差分 + DAG 拓扑（高分支节点）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训练：SFT 上采样 + Offline DPO（正负成对）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收益：比全轨迹偏好学习更 sample-efficient（EvoCUA 经验）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16. 方法细节 D：跨平台冲突与融合策略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冲突根源：UI 分布差异 + 动作语义差异导致梯度 tug-of-war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方案 A（MRPO）：交替平台优化，减少 batch 内冲突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方案 B（UI-TARS-2）：vertical agents 分别训练后参数插值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建议顺序：先 B（稳定、可控）再评估 A（上限潜力）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17. 评测体系：从能力拆解到端到端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Grounding：ScreenSpot / ScreenSpot-Pro（text/icon/widget 分项）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Execution：OSWorld / WAA / AssistGUI（Task SR + Efficiency）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Robustness：异常弹窗、延迟、分辨率变化、失败恢复能力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实践：每 checkpoint 做快速子集 + 每阶段做全量评测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18. 6-10 个月执行路线图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M1-2：环境与数据基建（A11y、录制、schema、baseline）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M2-4：Grounding 主训练（含 hard synthesis 与负样本）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M3-5：SFT 冷启动与飞轮启动（高质量子集优先）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M4-7：RL + Verifier 扩张（规则优先，LLM judge 兜底）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M6-10：多尺寸训练与跨平台融合（参数插值/MRPO 对比）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3400" b="1">
                <a:solidFill>
                  <a:srgbClr val="102B4D"/>
                </a:solidFill>
                <a:latin typeface="Microsoft YaHei"/>
              </a:defRPr>
            </a:pPr>
            <a:r>
              <a:t>19. 最终结论与讨论问题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结论 1：CUA 上限由“数据闭环 x Verifier 质量”共同决定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结论 2：统一动作空间是跨平台扩展的结构性问题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结论 3：Grounding 质量决定 RL 是否真正有效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讨论 Q1：A11y 与纯视觉的最优混合比如何设定？</a:t>
            </a:r>
          </a:p>
          <a:p>
            <a:pPr>
              <a:lnSpc>
                <a:spcPct val="125000"/>
              </a:lnSpc>
              <a:spcAft>
                <a:spcPts val="600"/>
              </a:spcAft>
              <a:defRPr sz="2200" b="0">
                <a:solidFill>
                  <a:srgbClr val="1E1E1E"/>
                </a:solidFill>
                <a:latin typeface="Microsoft YaHei"/>
              </a:defRPr>
            </a:pPr>
            <a:r>
              <a:t>讨论 Q2：何时从 GUI-first 切换到 code-first 代理？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